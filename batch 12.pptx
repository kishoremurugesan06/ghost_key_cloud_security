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5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FDyGgmbSXtHPxQabsInOr5S9Y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282954-5174-4F31-A0F9-3197DDE5C557}">
  <a:tblStyle styleId="{0A282954-5174-4F31-A0F9-3197DDE5C5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98" autoAdjust="0"/>
  </p:normalViewPr>
  <p:slideViewPr>
    <p:cSldViewPr>
      <p:cViewPr varScale="1">
        <p:scale>
          <a:sx n="45" d="100"/>
          <a:sy n="45" d="100"/>
        </p:scale>
        <p:origin x="10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17253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20CS8504 -  PROJECT WORK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 : 12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30.03.2026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4808096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Guide Name:</a:t>
            </a:r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Mrs. V. KALPANA,M.E.,(Ph.D.,)</a:t>
            </a: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096000" y="3645024"/>
            <a:ext cx="60960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Team Members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	</a:t>
            </a:r>
            <a:r>
              <a:rPr lang="en-US" sz="2400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KISHORE M – 811722104079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	LOGESHWARAN P – 811722104083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	MADHAVAN P - 811722104084</a:t>
            </a:r>
            <a:endParaRPr b="1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19536" y="908720"/>
            <a:ext cx="83529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GHOSTKEY: SECURE INTELLIGENT CLOUD STORAGE WITH CRYPTOGRAPHIC PROTECTION</a:t>
            </a:r>
            <a:endParaRPr lang="en-IN" sz="32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6984" y="247252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OBJECTIVE OF THE PROJECT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9416" y="1196752"/>
            <a:ext cx="10515600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lnSpc>
                <a:spcPct val="130000"/>
              </a:lnSpc>
              <a:spcBef>
                <a:spcPts val="0"/>
              </a:spcBef>
              <a:buSzPts val="2800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 system ensures that only authenticated users can upload, download, and share files through dynamic OTP verification. </a:t>
            </a: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indent="-457200" algn="just">
              <a:lnSpc>
                <a:spcPct val="130000"/>
              </a:lnSpc>
              <a:spcBef>
                <a:spcPts val="0"/>
              </a:spcBef>
              <a:buSzPts val="2800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All data is encrypted before being stored in the cloud, minimizing risks of unauthorized access and data breaches. </a:t>
            </a: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indent="-457200" algn="just">
              <a:lnSpc>
                <a:spcPct val="130000"/>
              </a:lnSpc>
              <a:spcBef>
                <a:spcPts val="0"/>
              </a:spcBef>
              <a:buSzPts val="2800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approach improves confidentiality, integrity, and user trust while maintaining simplicity and efficiency. </a:t>
            </a: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indent="-457200">
              <a:lnSpc>
                <a:spcPct val="130000"/>
              </a:lnSpc>
              <a:spcBef>
                <a:spcPts val="0"/>
              </a:spcBef>
              <a:buClrTx/>
              <a:buSzPts val="2800"/>
            </a:pPr>
            <a:r>
              <a:rPr lang="en-US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GhostKey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provides a reliable solution for safeguarding sensitive information in modern cloud environments.</a:t>
            </a:r>
          </a:p>
          <a:p>
            <a:pPr marL="0" indent="0">
              <a:spcBef>
                <a:spcPts val="0"/>
              </a:spcBef>
              <a:buClrTx/>
              <a:buSzPts val="2800"/>
              <a:buNone/>
            </a:pPr>
            <a:endParaRPr sz="2400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41173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INTRODUCTION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9416" y="1340768"/>
            <a:ext cx="10515600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 growing reliance on cloud storage for personal and organizational data, ensuring privacy and security has become critical. 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Conventional cloud storage systems often face risks such as unauthorized access, data breaches, and identity theft. </a:t>
            </a:r>
          </a:p>
          <a:p>
            <a:pPr algn="just">
              <a:lnSpc>
                <a:spcPct val="170000"/>
              </a:lnSpc>
            </a:pPr>
            <a:r>
              <a:rPr lang="en-US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GhostKey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addresses these concerns by integrating encryption techniques with One-Time Password (OTP)-driven authentication, ensuring that only verified users can access sensitive files. 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 Narrow" panose="020B060602020203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5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0" y="3335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3531810042"/>
              </p:ext>
            </p:extLst>
          </p:nvPr>
        </p:nvGraphicFramePr>
        <p:xfrm>
          <a:off x="68851" y="711337"/>
          <a:ext cx="12019894" cy="5688713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8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8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6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065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TITLE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AUTHORS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Two-Factor Authentication Mechanism Using a Novel OTP Generation Algorithm for Cloud Applications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Konwar, D. Jha, R. Agrawal, R. Purkayastha, I. Banerjee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Two-Factor Authentication (2FA), OTP Generation Algorithm, Cloud Applications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1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Chaos Based Homomorphic Permutation and SPM-BOW Algorithm for Secure Image Storage and Retrieval in Cloud</a:t>
                      </a:r>
                      <a:endParaRPr lang="en-IN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Ishwarya R, Anitha Ramachandran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Power, Energy, Control and Transmission Systems 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Chaos-Based Encryption, Homomorphic Permutation, SPM-BOW Algorithm, Cloud Storage Security, Image Retrieval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Preserving File Sharing System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Lee, K. Chen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Encryption, Access Control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74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File Sharing in Cloud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Smith, A. Kumar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RSA, Cloud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6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Based Secure Data Storage in Cloud</a:t>
                      </a:r>
                      <a:endParaRPr lang="it-IT"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Kumar, S. Singh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Intelligence, Cloud Security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algn="ctr">
                        <a:buNone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6120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Google Shape;121;p5"/>
          <p:cNvGraphicFramePr/>
          <p:nvPr>
            <p:extLst>
              <p:ext uri="{D42A27DB-BD31-4B8C-83A1-F6EECF244321}">
                <p14:modId xmlns:p14="http://schemas.microsoft.com/office/powerpoint/2010/main" val="3627358328"/>
              </p:ext>
            </p:extLst>
          </p:nvPr>
        </p:nvGraphicFramePr>
        <p:xfrm>
          <a:off x="103262" y="260649"/>
          <a:ext cx="11985475" cy="6095702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7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9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Secure Cloud File Sharing Using AES Encryption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Konda, S. Patel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AES, SHA-256, Multi-Factor Authentication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Data Sharing in Cloud Computing</a:t>
                      </a:r>
                      <a:endParaRPr lang="en-IN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Zhang, X. Wang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16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C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loud Storage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Data Sharing in Cloud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Liu, J. Li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RSA,Data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 Encryption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Based Secure File Sharing System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Sharma, P. Gupta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Blockchain, Smart Contracts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Multi-Factor Authentication for Secure Cloud Systems</a:t>
                      </a:r>
                      <a:endParaRPr lang="en-IN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Patel, M. Shah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MFA, SHA-256, Access Control</a:t>
                      </a:r>
                      <a:endParaRPr lang="en-IN" sz="160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00339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12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EXISTING SYSTEM</a:t>
            </a:r>
            <a:endParaRPr sz="4000" b="1" i="0" u="none" strike="noStrike" cap="none" dirty="0">
              <a:solidFill>
                <a:schemeClr val="dk1"/>
              </a:solidFill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9925032" y="3113081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DB8E5FC-20BE-77B4-11B4-F443DD9DC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740" y="1227253"/>
            <a:ext cx="9262520" cy="44034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A60D-6860-9FF3-1B4C-577B107CB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PROBLEMS IDENTIFIED</a:t>
            </a:r>
            <a:endParaRPr lang="en-IN" sz="40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07B988-5C9C-57A3-F913-4DCD8D2405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 Narrow" panose="020B0606020202030204" pitchFamily="34" charset="0"/>
              </a:rPr>
              <a:t>8</a:t>
            </a:fld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D7CF32-6986-FEA9-EEA1-84C5FF645B2C}"/>
              </a:ext>
            </a:extLst>
          </p:cNvPr>
          <p:cNvSpPr txBox="1"/>
          <p:nvPr/>
        </p:nvSpPr>
        <p:spPr>
          <a:xfrm>
            <a:off x="1055440" y="1916832"/>
            <a:ext cx="10585176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Lack of secure file storage leading to data breaches.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Unauthorized access due to weak authentication systems.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Difficulty in safely sharing files over cloud platforms.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Absence of real-time monitoring for suspicious activities.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Risk of data loss and privacy issues in traditional systems.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0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0" y="273358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PROPOSED SYSTEM</a:t>
            </a:r>
            <a:endParaRPr sz="4000" b="1" i="0" u="none" strike="noStrike" cap="none" dirty="0">
              <a:solidFill>
                <a:schemeClr val="dk1"/>
              </a:solidFill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6" name="AutoShape 24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6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28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30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32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34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36" descr="Foreground Services in Android 14 | ProAndroidDev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8CA2AA-E9B9-2674-15F8-11FBF91F3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7" y="836712"/>
            <a:ext cx="9986963" cy="5519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332656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SOFTWARE AND HARDWARE REQUIREMENTS 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HARDWARE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Process: intel® core™ i9-14900k 3.20 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ghz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Ram: 16 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gb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Hard disk: 1 tb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Frontend: HTML, CSS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Backend: python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Framework : flask 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10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412838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MODULES</a:t>
            </a: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 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762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11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E69E-61DD-60C7-D422-737509F60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498844"/>
            <a:ext cx="105156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User Registration and Authentication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2.</a:t>
            </a:r>
            <a:r>
              <a:rPr lang="en-US" altLang="en-US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Dashboard Management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3.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File Encryption and Decryption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4.secure cloud storage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5.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cs typeface="Times New Roman" panose="02020603050405020304" pitchFamily="18" charset="0"/>
              </a:rPr>
              <a:t>File Sharing and Activity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479376" y="404664"/>
            <a:ext cx="1116124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42900"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User Registration and Authentication</a:t>
            </a: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12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DD2E0628-3081-DB31-FD23-9CDD64D5E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096616" cy="209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27A9A3CE-8C0C-A61D-BE7D-975A0026CA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 Narrow" panose="020B06060202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8E1C77-1C40-4CF7-7447-9AD6F75EF3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46" t="6649" r="31449" b="5244"/>
          <a:stretch>
            <a:fillRect/>
          </a:stretch>
        </p:blipFill>
        <p:spPr>
          <a:xfrm>
            <a:off x="8254008" y="1484784"/>
            <a:ext cx="3456384" cy="42347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F092E1-BB08-D11C-3253-EBA2A6FE7D91}"/>
              </a:ext>
            </a:extLst>
          </p:cNvPr>
          <p:cNvSpPr txBox="1"/>
          <p:nvPr/>
        </p:nvSpPr>
        <p:spPr>
          <a:xfrm>
            <a:off x="623392" y="1498554"/>
            <a:ext cx="74168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Provides a secure web interface for users to manage files.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Allows user registration, login, and OTP-based authentication.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Validates user details and ensures secure account creation.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Ensures only authorized users can access the system after registration.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Provides password strength checking during registration.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13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609" y="26064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42900"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Dashboard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48C5D3-EA24-2343-03B1-EE7C2A56A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52" y="1225074"/>
            <a:ext cx="6408712" cy="51312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AB2ABB-B7B3-238F-F758-34F303E39FFB}"/>
              </a:ext>
            </a:extLst>
          </p:cNvPr>
          <p:cNvSpPr txBox="1"/>
          <p:nvPr/>
        </p:nvSpPr>
        <p:spPr>
          <a:xfrm>
            <a:off x="126250" y="1161175"/>
            <a:ext cx="5537702" cy="5213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Provides a centralized dashboard to manage all uploaded files.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Displays file details such as name, status, and actions.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Allows users to download and share files securely.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Shows system activity like uploads, downloads, and alerts.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Provides quick navigation to encryption, decryption, and sharing features.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14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26064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42900"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File Encryption and Decryption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DD59F1-FA57-9035-677B-1858F9AE0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86" r="29889"/>
          <a:stretch>
            <a:fillRect/>
          </a:stretch>
        </p:blipFill>
        <p:spPr>
          <a:xfrm>
            <a:off x="839416" y="980728"/>
            <a:ext cx="3600400" cy="3744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E3FDE3-85E7-F56B-58B3-EC1A9D2F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76" t="608" r="30490" b="-608"/>
          <a:stretch>
            <a:fillRect/>
          </a:stretch>
        </p:blipFill>
        <p:spPr>
          <a:xfrm>
            <a:off x="6702388" y="980728"/>
            <a:ext cx="3816424" cy="37444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148898-1603-7482-55E0-B904B4212223}"/>
              </a:ext>
            </a:extLst>
          </p:cNvPr>
          <p:cNvSpPr txBox="1"/>
          <p:nvPr/>
        </p:nvSpPr>
        <p:spPr>
          <a:xfrm>
            <a:off x="767407" y="4856164"/>
            <a:ext cx="105939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Enables secure file encryption and decryption using AES-256 algorithm with password protection for enhanced data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Provides OTP-based protection for secure user authentication and file access.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15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35496" y="26064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42900"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Secure Cloud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97EB4-33AD-3E0F-A530-5E3425BE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262"/>
          <a:stretch>
            <a:fillRect/>
          </a:stretch>
        </p:blipFill>
        <p:spPr>
          <a:xfrm>
            <a:off x="398952" y="1268760"/>
            <a:ext cx="5256584" cy="3528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E9C79-FFF1-EC8C-5C21-6666470168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107" b="8142"/>
          <a:stretch>
            <a:fillRect/>
          </a:stretch>
        </p:blipFill>
        <p:spPr>
          <a:xfrm>
            <a:off x="5879976" y="1268760"/>
            <a:ext cx="6048672" cy="35283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92FF15-E54E-CDFF-7D16-D10DCF1A3D2A}"/>
              </a:ext>
            </a:extLst>
          </p:cNvPr>
          <p:cNvSpPr txBox="1"/>
          <p:nvPr/>
        </p:nvSpPr>
        <p:spPr>
          <a:xfrm>
            <a:off x="623392" y="4950958"/>
            <a:ext cx="113052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Displays real-time system activity and security monitoring through visual  </a:t>
            </a:r>
          </a:p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charts.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Shows detailed user logs including uploads, downloads, login actions, and</a:t>
            </a:r>
          </a:p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alerts.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16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33265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42900"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File Sharing and Activity Monitoring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805D9-161C-0038-86F2-2B2FF1C9E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62" r="32459"/>
          <a:stretch>
            <a:fillRect/>
          </a:stretch>
        </p:blipFill>
        <p:spPr>
          <a:xfrm>
            <a:off x="8328248" y="1393496"/>
            <a:ext cx="3528392" cy="42161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C03BAB-02CB-D7DE-15D0-617F18B0BAB0}"/>
              </a:ext>
            </a:extLst>
          </p:cNvPr>
          <p:cNvSpPr txBox="1"/>
          <p:nvPr/>
        </p:nvSpPr>
        <p:spPr>
          <a:xfrm>
            <a:off x="608877" y="1445245"/>
            <a:ext cx="7128792" cy="418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Displays real-time system activity using interactive charts and graphs.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Shows detailed user logs including login, upload, download, and sharing actions.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Monitors security alerts and detects suspicious activities.</a:t>
            </a:r>
            <a:b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• Provides clear visualization of system performance and user behavior.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-96688" y="38998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CONCLUSION</a:t>
            </a:r>
            <a:endParaRPr b="1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Ghost-Key is a secure cloud storage system that protects user data and </a:t>
            </a:r>
            <a:r>
              <a:rPr lang="en-US" altLang="en-US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privacy.It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uses OTP-based authentication to ensure only authorized users can access files.</a:t>
            </a:r>
          </a:p>
          <a:p>
            <a:pPr indent="-457200" algn="just">
              <a:spcBef>
                <a:spcPts val="0"/>
              </a:spcBef>
              <a:buSzPts val="2800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Files are protected using encryption, keeping data confidential and </a:t>
            </a:r>
            <a:r>
              <a:rPr lang="en-US" altLang="en-US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safe.The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system includes access control and activity monitoring to track and manage user actions.</a:t>
            </a:r>
          </a:p>
          <a:p>
            <a:pPr indent="-457200" algn="just">
              <a:spcBef>
                <a:spcPts val="0"/>
              </a:spcBef>
              <a:buSzPts val="2800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Secure File Sharing: Users can safely upload, store, and share files without compromising security.</a:t>
            </a: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Arial Narrow" panose="020B0606020202030204" pitchFamily="34" charset="0"/>
              </a:rPr>
              <a:t>17</a:t>
            </a:fld>
            <a:endParaRPr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868D-F652-0DB2-4B07-484E2750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FUTURE ENHANCEMENTS</a:t>
            </a:r>
            <a:endParaRPr lang="en-IN" sz="4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0FE3-7CB2-C17C-4E56-2CE109151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41168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Biometric Authentication (Fingerprint / Face recognition) for stronger security.</a:t>
            </a: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Machine Learning Detection to identify unusual activities or security threats.</a:t>
            </a: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Multi-Cloud Storage Support to improve reliability and backup.</a:t>
            </a: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Mobile App Integration for easier access from smartphones.</a:t>
            </a: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End-to-End Encryption to ensure data remains protected during storage and transfer.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8CFD9-8EBD-3ED2-23EB-491DFDBB0B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Arial Narrow" panose="020B0606020202030204" pitchFamily="34" charset="0"/>
              </a:rPr>
              <a:t>18</a:t>
            </a:fld>
            <a:endParaRPr lang="en-US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96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982</Words>
  <Application>Microsoft Office PowerPoint</Application>
  <PresentationFormat>Widescreen</PresentationFormat>
  <Paragraphs>135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 Narrow</vt:lpstr>
      <vt:lpstr>Wingdings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PROBLEMS IDENTIFIED</vt:lpstr>
      <vt:lpstr>PowerPoint Presentation</vt:lpstr>
      <vt:lpstr>SOFTWARE AND HARDWARE REQUIREMENTS </vt:lpstr>
      <vt:lpstr>MODULES </vt:lpstr>
      <vt:lpstr>User Registration and Authentication</vt:lpstr>
      <vt:lpstr>Dashboard Management</vt:lpstr>
      <vt:lpstr>File Encryption and Decryption</vt:lpstr>
      <vt:lpstr>Secure Cloud Storage</vt:lpstr>
      <vt:lpstr>File Sharing and Activity Monitoring</vt:lpstr>
      <vt:lpstr>CONCLUSION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Madhavan P</cp:lastModifiedBy>
  <cp:revision>42</cp:revision>
  <dcterms:modified xsi:type="dcterms:W3CDTF">2026-03-30T04:13:00Z</dcterms:modified>
</cp:coreProperties>
</file>